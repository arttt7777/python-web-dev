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embeddedFontLst>
    <p:embeddedFont>
      <p:font typeface="Play" panose="020B0604020202020204" charset="0"/>
      <p:regular r:id="rId35"/>
      <p:bold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0" roundtripDataSignature="AMtx7mh3XyQ96j0MXFCBNwInJsNBOFd8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305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40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3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3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4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endParaRPr/>
          </a:p>
        </p:txBody>
      </p:sp>
      <p:sp>
        <p:nvSpPr>
          <p:cNvPr id="90" name="Google Shape;90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04" name="Google Shape;104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105" name="Google Shape;105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12" name="Google Shape;112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113" name="Google Shape;113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20" name="Google Shape;120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121" name="Google Shape;121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28" name="Google Shape;128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129" name="Google Shape;129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36" name="Google Shape;136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137" name="Google Shape;137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44" name="Google Shape;144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145" name="Google Shape;145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52" name="Google Shape;152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153" name="Google Shape;153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60" name="Google Shape;160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161" name="Google Shape;161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68" name="Google Shape;168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169" name="Google Shape;169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76" name="Google Shape;176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177" name="Google Shape;177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84" name="Google Shape;184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185" name="Google Shape;185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92" name="Google Shape;192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193" name="Google Shape;193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00" name="Google Shape;200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201" name="Google Shape;201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08" name="Google Shape;208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209" name="Google Shape;209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16" name="Google Shape;216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217" name="Google Shape;217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24" name="Google Shape;224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225" name="Google Shape;225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32" name="Google Shape;232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233" name="Google Shape;233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40" name="Google Shape;240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241" name="Google Shape;241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48" name="Google Shape;248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249" name="Google Shape;249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56" name="Google Shape;256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257" name="Google Shape;257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64" name="Google Shape;264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265" name="Google Shape;265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72" name="Google Shape;272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273" name="Google Shape;273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80" name="Google Shape;280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281" name="Google Shape;281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88" name="Google Shape;288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289" name="Google Shape;289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96" name="Google Shape;296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297" name="Google Shape;297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04" name="Google Shape;304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305" name="Google Shape;305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12" name="Google Shape;312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313" name="Google Shape;313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20" name="Google Shape;320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321" name="Google Shape;321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28" name="Google Shape;328;p3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329" name="Google Shape;329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36" name="Google Shape;336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337" name="Google Shape;337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43" name="Google Shape;343;p3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344" name="Google Shape;344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33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36" baseType="lpstr">
      <vt:lpstr>Play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Полина Басова</dc:creator>
  <cp:lastModifiedBy>Игитян Артур</cp:lastModifiedBy>
  <cp:revision>1</cp:revision>
  <dcterms:created xsi:type="dcterms:W3CDTF">2026-09-07T10:03:51Z</dcterms:created>
  <dcterms:modified xsi:type="dcterms:W3CDTF">2026-10-23T00:33:53Z</dcterms:modified>
</cp:coreProperties>
</file>