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1793"/>
  </p:normalViewPr>
  <p:slideViewPr>
    <p:cSldViewPr snapToGrid="0">
      <p:cViewPr varScale="1">
        <p:scale>
          <a:sx n="85" d="100"/>
          <a:sy n="85" d="100"/>
        </p:scale>
        <p:origin x="23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52365-3C2E-4C92-EB8C-A2EE22FCE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0C8104C-DB49-E78B-2CED-C2BB53E26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7FBF0-2D4B-A5FE-5BEB-DAF5D3AD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CAE201-DDE7-DF2E-0FFE-43AD6146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6A146F-5891-E5A2-E168-8E8501B3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0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91D95-94F1-0FF6-DCDD-5AFC6AE4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488DEB-EB0B-9231-1648-601C9C476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CC296D-CF3B-17E6-5BAC-64D4B960C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6D9969-EC63-CBA8-A9E6-AC06D249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DC958E-9BA5-451C-964F-DE716C74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513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05BB0-C225-EF9B-EE73-AF761CF0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B27096-2C49-1DE1-9255-DF47CBA40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74F21B-EE60-D103-0F73-49551528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9A0AC1-6A75-B9E0-06DB-CB1C0092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945204-2DA6-6AE5-3211-AD0033C9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97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DDB63-85AC-F429-B60F-200B54AD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A2264B-88B0-B404-3288-92729896F3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2705BA-42E1-FA51-1E12-4CF70D9DE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76BB19-FAAF-0D14-DCF3-C8ED529E0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612B83-F4FF-0685-125C-F8F61F2D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E098C8-4745-6B85-363D-AFC053CB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4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59DDEF-5037-4E50-57BE-B1E4C926B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6EE04-2716-866C-98C7-6EDE7FFBB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1B395F-9F41-4F03-6C9D-323C40EDA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DE09F27-0365-6554-C415-1F837DA50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B7F41CC-4036-AC26-122B-84C42ED2C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47F32B-128F-EB67-64E1-241781C5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E3CC2FE-BE44-F823-394B-09386E66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302C0C6-727C-1F1D-8F2B-604CAE19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28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B51EEC-A5D8-C16F-D3BE-9660983A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E93815-480F-05E4-24D1-94B28F40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1D4DD29-776C-ED37-BF8C-FA714D04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C42288-A3A6-78EB-A964-5711DFA8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28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7B523CE-EE9F-3308-2BCC-CD5853789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FF0F7A-9A59-5C29-984F-BD85569C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C02654-F759-C87A-77E2-F0A42F9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728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10510-9538-2C6A-2583-E28AFAD2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2514EC-12FD-8A4B-826A-91CD1BBA6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1779FA-6E9D-C7A4-E68D-1EE46A9FD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68EB00-5685-689A-DC02-5051BFB0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FAEB57-DC01-33E5-7924-0B78CF2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96D46-0C07-8C6F-72F1-560620C6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29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F0399-92D9-FD4E-C6FA-DB8C39DD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870324B-E719-C6A6-83A9-B0E09EA96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135BF0-B437-731A-74E6-2DA58C395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11A4E0-C826-D997-87E7-4B34C87F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A44BE0-CE15-8F83-6708-C2301337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EE3B87-81E5-8C49-0791-B245FCFA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3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27B1E-B28A-D8A2-0A54-F8ADD86A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61B9C0-6153-D0C1-78C3-DE3A23FAC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3B3804-D274-82EF-1F20-95C0258D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B01531-4FDA-EC31-9407-9079653E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D3FBA-3F2A-5F6B-49E5-1948F2CD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09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0F0DCA7-7EC0-F130-1AF3-B63895F2D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C1CC3A-A232-8A47-F4A1-28667A29E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FECCFB-B60A-8FDB-4B78-4F2D600F2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7D846-1069-3B32-3DD7-8D1ABADA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49A62-5594-3CF6-714C-00DF140C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19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EEAF4-5940-14BB-23C4-68219370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6916BC-88D9-886C-3F2B-9D1473547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D14D3A-6FCB-3EB4-5087-39F0B4D44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2B56C1-7491-274A-8BFB-1DCAD6B7A6DA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1D9922-A75E-AC9D-1B7D-10A98E99A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566FAC-2AE9-A9C0-6DA8-36E56438A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C2AE6-81AD-934A-B90C-21A888FF2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66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16B53-6361-9278-BEEC-696E05B09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4F5E10-12C8-752E-97D0-D8530B44B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807A4F-666C-9F72-C494-0049F5B8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98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E8596-E1A1-B53D-160D-3987322E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D53985-C67B-E482-CCFC-0893C654A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956A4D-E13E-2BE4-963A-55D514E5A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8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B84E9-F391-21A5-AFFA-F5385A45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3BC8DE-40AB-6738-0CAA-877FB1606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9B2982-2DC1-95E0-3246-C15C4746B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8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AB5A54-D0C1-3B95-1372-F7D1AE34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462015-8369-AD7D-F19E-7D9642A7E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ABB8D5-FC90-355C-59C8-1C90DAEB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0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44C39-8C0F-2D1B-064C-52CEE32B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FCF232-5CA6-B297-193F-CEFB07174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F6F2E4-2C83-BBB5-A85C-D203CF96C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3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130B44-894C-5471-31A8-60B962C9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0626CC-B254-D71C-0AD0-C11699973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7A9461-6C2C-AB6B-93FD-7A9837F0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72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8405F-72FD-88D1-6B38-396CA0D5B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B4FCF0-BB35-917A-C1F0-809187392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8DF110-2D66-63B5-CCAC-04396AC34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4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394EA-0DED-71C1-9086-1D9ABB39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D6020C-3495-41D6-8E09-3FF7B28BC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C7FEC9-088B-2A0B-7960-A49BE073C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61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4FAF5-CDD2-5EDA-BEBA-6F6457FA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068099-D8CB-2CAB-9FE4-24B870D13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302C07-A2B6-9219-9617-B7FDAD8E4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674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ED917-7FBD-962B-7D30-9EC024075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09B51F-E298-1F7D-D500-22433EF29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C92C5B-B576-CF86-3271-8F773AF41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12F1D-63D4-07AC-0793-3384170B2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AD1407-AD4D-BD8D-0CB6-D69994148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68F78D-1A12-A891-DAC2-EC21AEA2B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6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7FBAA-852E-1C06-C3D2-E14C2C49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4E80E4-3D3E-3BE1-B0E4-4B9DCCED7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E89547-247C-728A-5FF6-E193CBEE4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27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BFBED-A14D-7773-3141-D4B4AA4D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8244AD-00F0-4D84-0268-B32730D71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88088F-C8C2-AA76-DDF4-47562B12C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37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85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D3322-CE40-013D-8EFF-D0787F24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9DE15E-576D-2D62-38DA-5ADA52D92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F19F2B-5F69-D352-CA12-639BE299E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99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E7D8E-970D-8EE8-555C-C41885DC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F813BF-04DE-84DF-5AAC-D0C9AEDBF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153B31-4F47-DF28-1169-4EC6F0DF4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96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77A33-5864-A527-B67D-1EA3D40EC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11A4D2-0158-4B42-EDDC-8CAABEE15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09FF18-37AF-253A-4973-C22670774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3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65111-A47E-9982-CF38-777FA0E1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9E92A-88EB-C2BF-17F4-05AA3537B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F7082A-C08C-1AB6-0AA4-297EE4239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54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7AFB1-34D2-6939-96E3-16595856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C41CF5-A43F-9199-7B54-209D1195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F51896-7ED5-5D6B-FEA0-9527FACE7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46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09CC7-3D42-B046-FDD3-4BF95341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7F87E-7830-E5BB-19D9-5646DFA8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69274A-4081-D210-AA8B-E20474911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39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4BB6E-710D-A2D5-DDC7-528D3EA4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D2B544-C3BD-DEC0-0A85-F310FDAA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615F84-31EE-1D74-1691-D51DDE08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57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5D8C9-CF79-CEE8-0443-A5D21AE5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7E8774-54F2-231B-C642-13CFBDFE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FBE214-92D8-160B-8899-02EFF14D4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85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B1C66-AB07-D098-7D5B-287E8E3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06A92C-CA78-4693-E5BF-6D97EB19E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774DA0-0DE1-B408-1F50-C9485D5A8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841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6885A-D6AF-C857-EE44-985F5E33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22C9FF-7EFB-2764-BD25-5AE948E84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1C04B3-1D59-ED44-9DC3-7DDC74CA0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E86FA-D509-90EF-1B53-776C1F27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EF73CB-E421-BEE8-DF71-D69FA4D3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6EF2E3-4986-E119-A1A5-E74BB86C5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86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44C79-CC05-EC29-52CA-016B7867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E19BDA-432D-2466-3953-E47E0636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E8AE6-F14A-9859-B573-8A60721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22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3DAF07-BDCB-933E-4C98-07ED689E7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30AF26-8F6B-BC85-E1E2-3358405E0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D70EF1-2FF6-C93B-F386-5F5630CD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77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BBF18-39B8-B58A-73A6-9069F2B6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9BAD8C-B4F1-9E79-14F0-588EA3614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D68932-11FD-DC87-5EEB-30F1FCDA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76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2CB81-1B61-7EF0-A2B0-FC73FF2E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BA054F-3C7F-CB0C-8F6F-62290BBE9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EA9668-FDAF-D7A1-BAE9-360973B19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22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FDF64-1C97-219A-EA86-923E9217A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D9A463-0F9B-DBD8-BB61-DD5A7C96B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A16287-ED5C-3BF9-5EE5-C3DEC7757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88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80CA7-368E-7ED0-E627-66D79415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5D415F-950E-B28E-4876-0FC4D04E1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377418-3315-ACE4-A144-F3E634774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78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F5BB0-BE5C-BB86-A010-01670FD3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46814A-166A-D3FC-60F4-96E5DBE01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850854-D3AF-A4B4-6D5A-F7B61AFD4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94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9A7D7-D403-CD15-8D04-B4F24DE0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7EA116-233F-145C-BACF-B09663986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7E2C91-AAFA-E94A-E1A4-E60E5187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2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A68D0-E56B-9AF3-EC87-4792FAA4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6CFF63-9D97-DD7A-FEB2-83E2A5B94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F08F58-93C8-851E-FFAD-506F2B1CC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364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8897A-0930-9994-7CC4-0C5A290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B9AAAC-A970-9A98-386D-42AC05850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2F6912-D6BA-8010-D39D-98F1BC71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22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BD667-1C24-BF20-9DE3-8FA9D56D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EB202E-EB92-3CCE-1D4E-CCBA8627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E73686-E273-0288-B433-83F2356A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01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55491-0E29-C8A0-2299-46C56521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E6ED07-B177-EA3B-E0B5-807B0DDE6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0625D4-01D0-02A1-9E73-E4B94A248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35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Широкоэкранный</PresentationFormat>
  <Paragraphs>0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Басова</dc:creator>
  <cp:lastModifiedBy>Игитян Артур</cp:lastModifiedBy>
  <cp:revision>4</cp:revision>
  <dcterms:created xsi:type="dcterms:W3CDTF">2026-09-11T07:10:31Z</dcterms:created>
  <dcterms:modified xsi:type="dcterms:W3CDTF">2026-10-23T00:34:47Z</dcterms:modified>
</cp:coreProperties>
</file>